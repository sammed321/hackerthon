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HACKTOBERFEST HACK DAY 2026 · TRACK 2 · AUDIOVISUAL HERITAGE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7800" b="1">
                <a:solidFill>
                  <a:srgbClr val="FAFAFA"/>
                </a:solidFill>
                <a:latin typeface="Segoe UI Semibold"/>
              </a:rPr>
              <a:t>Smriti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7800" b="1">
                <a:solidFill>
                  <a:srgbClr val="F59E0B"/>
                </a:solidFill>
                <a:latin typeface="Segoe UI Semibold"/>
              </a:rPr>
              <a:t>Graph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0">
                <a:solidFill>
                  <a:srgbClr val="9C9CA4"/>
                </a:solidFill>
                <a:latin typeface="Segoe UI Light"/>
              </a:rPr>
              <a:t>  —  The Living 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0">
                <a:solidFill>
                  <a:srgbClr val="E4E4E7"/>
                </a:solidFill>
                <a:latin typeface="Segoe UI"/>
              </a:rPr>
              <a:t>A cultural context decoder, knowledge graph &amp; grounded RAG engine 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0">
                <a:solidFill>
                  <a:srgbClr val="E4E4E7"/>
                </a:solidFill>
                <a:latin typeface="Segoe UI"/>
              </a:rPr>
              <a:t>built for Karnataka's endangered audiovisual heritage.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09160"/>
            <a:ext cx="3785616" cy="457200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3785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59669"/>
                </a:solidFill>
                <a:latin typeface="Segoe UI"/>
              </a:rPr>
              <a:t>React 18 · Vite · Tailwind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4709160"/>
            <a:ext cx="841248" cy="457200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4754880"/>
            <a:ext cx="8412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891B2"/>
                </a:solidFill>
                <a:latin typeface="Segoe UI"/>
              </a:rPr>
              <a:t>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9864" y="470916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4754880"/>
            <a:ext cx="2121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Zero API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470916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1B1B1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4754880"/>
            <a:ext cx="27614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7C3AED"/>
                </a:solidFill>
                <a:latin typeface="Segoe UI"/>
              </a:rPr>
              <a:t>Works 100%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9C9CA4"/>
                </a:solidFill>
                <a:latin typeface="Consolas"/>
              </a:rPr>
              <a:t>github.com/smritigraph/smritigraph  ·  npm install &amp;&amp; npm run dev  →  http://localhost:5173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Segoe UI Semibold"/>
              </a:rPr>
              <a:t>Digitization is not the same as comprehension.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1B1B1F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0" i="1">
                <a:solidFill>
                  <a:srgbClr val="F4F4F5"/>
                </a:solidFill>
                <a:latin typeface="Segoe UI"/>
              </a:rPr>
              <a:t>“Where a heritage file says  source: AIR Dharwad  and nothing else, a researcher is stuck.”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106070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50" b="0">
                <a:solidFill>
                  <a:srgbClr val="9C9CA4"/>
                </a:solidFill>
                <a:latin typeface="Segoe UI"/>
              </a:rPr>
              <a:t>Karnataka's tape archives — Akashvani discs, Doordarshan U-matics, Janapada field cassettes 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50" b="0">
                <a:solidFill>
                  <a:srgbClr val="9C9CA4"/>
                </a:solidFill>
                <a:latin typeface="Segoe UI"/>
              </a:rPr>
              <a:t>are digitizing fast. But a 1924 transcript is full of terms a modern listener can't parse: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59E0B"/>
                </a:solidFill>
                <a:latin typeface="Segoe UI"/>
              </a:rPr>
              <a:t>Suvarna Karnataka?   Bayalata?   Charkha?   Swaraj?   Satellite Instructional Television?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50" b="0">
                <a:solidFill>
                  <a:srgbClr val="FAFAFA"/>
                </a:solidFill>
                <a:latin typeface="Segoe UI"/>
              </a:rPr>
              <a:t>Digitization preserves the file. It does not preserve the *understanding of the file*.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AFAFA"/>
                </a:solidFill>
                <a:latin typeface="Segoe UI Semibold"/>
              </a:rPr>
              <a:t>Decode  ·  Connect  ·  Liberate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429000" cy="393192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34290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7744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D97706"/>
                </a:solidFill>
                <a:latin typeface="Consolas"/>
              </a:rPr>
              <a:t>DECODE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7180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Every cultural term gets a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Context Card: literal meaning,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cultural meaning, era, region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and 100 years of evolution 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in place, inside the transcript.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103120"/>
            <a:ext cx="3429000" cy="393192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103120"/>
            <a:ext cx="34290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891B2"/>
                </a:solidFill>
                <a:latin typeface="Consolas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7180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Each term is woven into an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interactive Heritage Constellation: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people ↔ places ↔ traditions 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institutions ↔ reels, built by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hand with canvas physics.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103120"/>
            <a:ext cx="3429000" cy="3931920"/>
          </a:xfrm>
          <a:prstGeom prst="roundRect">
            <a:avLst>
              <a:gd name="adj" fmla="val 6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2103120"/>
            <a:ext cx="342900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7744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59669"/>
                </a:solidFill>
                <a:latin typeface="Consolas"/>
              </a:rPr>
              <a:t>LIBERATE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7180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Reel + decoded annotations are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emitted as IIIF 3.0 JSON-LD,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Dublin Core, Wikimedia Markdown,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bulk CSV and a ready-to-merge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0">
                <a:solidFill>
                  <a:srgbClr val="D4D4D8"/>
                </a:solidFill>
                <a:latin typeface="Segoe UI"/>
              </a:rPr>
              <a:t>GitHub PR — no Git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ROOM 1 · MEDIA STUDIO &amp; 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AFAFA"/>
                </a:solidFill>
                <a:latin typeface="Segoe UI Semibold"/>
              </a:rPr>
              <a:t>The reel decodes itself, in place.</a:t>
            </a:r>
          </a:p>
        </p:txBody>
      </p:sp>
      <p:pic>
        <p:nvPicPr>
          <p:cNvPr id="7" name="Picture 6" descr="studio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698480" cy="6017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C9CA4"/>
                </a:solidFill>
                <a:latin typeface="Segoe UI"/>
              </a:rPr>
              <a:t>Archival screen with film-grain &amp; restoration toggle · generated waveform · timestamped transcript · click a highlighted term → Context Card.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ROOM 2 · HERITAGE CONSTELLATION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AFAFA"/>
                </a:solidFill>
                <a:latin typeface="Segoe UI Semibold"/>
              </a:rPr>
              <a:t>One reel → a living knowledge graph.</a:t>
            </a:r>
          </a:p>
        </p:txBody>
      </p:sp>
      <p:pic>
        <p:nvPicPr>
          <p:cNvPr id="7" name="Picture 6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698480" cy="6017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C9CA4"/>
                </a:solidFill>
                <a:latin typeface="Segoe UI"/>
              </a:rPr>
              <a:t>48 nodes · 267 links · force-directed canvas physics, no graph libraries. Click a node → inspector, neighbours, reels, full gloss.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ROOM 3 · TALK TO THE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AFAFA"/>
                </a:solidFill>
                <a:latin typeface="Segoe UI Semibold"/>
              </a:rPr>
              <a:t>The archive answers — with receipts.</a:t>
            </a:r>
          </a:p>
        </p:txBody>
      </p:sp>
      <p:pic>
        <p:nvPicPr>
          <p:cNvPr id="7" name="Picture 6" descr="assistant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698480" cy="6017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C9CA4"/>
                </a:solidFill>
                <a:latin typeface="Segoe UI"/>
              </a:rPr>
              <a:t>Grounded RAG chat. Every answer carries reel + timestamp + confidence citations — click one to jump to the exact moment. Works fully offline; live LLM optional.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ROOM 4 · OPEN STANDARDS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AFAFA"/>
                </a:solidFill>
                <a:latin typeface="Segoe UI Semibold"/>
              </a:rPr>
              <a:t>GLAM pipelines ingest it — same day.</a:t>
            </a:r>
          </a:p>
        </p:txBody>
      </p:sp>
      <p:pic>
        <p:nvPicPr>
          <p:cNvPr id="7" name="Picture 6" descr="stand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698480" cy="6017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C9CA4"/>
                </a:solidFill>
                <a:latin typeface="Segoe UI"/>
              </a:rPr>
              <a:t>IIIF Presentation 3.0 manifest · Dublin Core (JSON + OAI-DC XML) · Wikimedia page · RFC 4180 CSV · RFC 6902 JSON-Patch → one-click GitHub PR.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CONTEXT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AFAFA"/>
                </a:solidFill>
                <a:latin typeface="Segoe UI Semibold"/>
              </a:rPr>
              <a:t>Meaning, era, region — and every echo.</a:t>
            </a:r>
          </a:p>
        </p:txBody>
      </p:sp>
      <p:pic>
        <p:nvPicPr>
          <p:cNvPr id="7" name="Picture 6" descr="studio-context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698480" cy="6017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C9CA4"/>
                </a:solidFill>
                <a:latin typeface="Segoe UI"/>
              </a:rPr>
              <a:t>Literal + cultural meaning, name variants, every moment it appears on tape, and the reels that echo it — cross-reel, clickable to seek.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FAFAFA"/>
                </a:solidFill>
                <a:latin typeface="Segoe UI Semibold"/>
              </a:rPr>
              <a:t>Local-first. Deterministic.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698480" cy="786384"/>
          </a:xfrm>
          <a:prstGeom prst="roundRect">
            <a:avLst>
              <a:gd name="adj" fmla="val 10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93976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Annotation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10312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D4D4D8"/>
                </a:solidFill>
                <a:latin typeface="Segoe UI"/>
              </a:rPr>
              <a:t>Unicode-aware NLP matcher over scripted transcripts · 34-entry cultural dictionary · gazetteer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786384"/>
          </a:xfrm>
          <a:prstGeom prst="roundRect">
            <a:avLst>
              <a:gd name="adj" fmla="val 10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08376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Smart Local Heuristics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01752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D4D4D8"/>
                </a:solidFill>
                <a:latin typeface="Segoe UI"/>
              </a:rPr>
              <a:t>Intent detection + IDF retrieval — the offline brain. Never throws; never invents a citation.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698480" cy="786384"/>
          </a:xfrm>
          <a:prstGeom prst="roundRect">
            <a:avLst>
              <a:gd name="adj" fmla="val 10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22776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Live LLM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93192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D4D4D8"/>
                </a:solidFill>
                <a:latin typeface="Segoe UI"/>
              </a:rPr>
              <a:t>Ollama / Gemma, OpenAI-compatible or Gemini — rephrases grounded answers only, never sources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10698480" cy="786384"/>
          </a:xfrm>
          <a:prstGeom prst="roundRect">
            <a:avLst>
              <a:gd name="adj" fmla="val 10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37176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Exporter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84632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D4D4D8"/>
                </a:solidFill>
                <a:latin typeface="Segoe UI"/>
              </a:rPr>
              <a:t>IIIF Presentation 3.0 · Dublin Core · OAI-DC XML · Wikimedia · CSV · JSON Patch — all in-browser.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23560"/>
            <a:ext cx="10698480" cy="786384"/>
          </a:xfrm>
          <a:prstGeom prst="roundRect">
            <a:avLst>
              <a:gd name="adj" fmla="val 10000"/>
            </a:avLst>
          </a:prstGeom>
          <a:solidFill>
            <a:srgbClr val="1B1B1F"/>
          </a:solidFill>
          <a:ln w="15875">
            <a:solidFill>
              <a:srgbClr val="2A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51576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576072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D4D4D8"/>
                </a:solidFill>
                <a:latin typeface="Segoe UI"/>
              </a:rPr>
              <a:t>Vite production build ≈ 370 kB JS (117 kB gzip) · no accounts, no keys, no server mode.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9C9CA4"/>
                </a:solidFill>
                <a:latin typeface="Consolas"/>
              </a:rPr>
              <a:t>TRACK-2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5555B"/>
                </a:solidFill>
                <a:latin typeface="Consolas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AFAFA"/>
                </a:solidFill>
                <a:latin typeface="Segoe UI Semibold"/>
              </a:rPr>
              <a:t>Heritage ends where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>
                <a:solidFill>
                  <a:srgbClr val="F59E0B"/>
                </a:solidFill>
                <a:latin typeface="Segoe UI Semibold"/>
              </a:rPr>
              <a:t>context begins.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9C9CA4"/>
                </a:solidFill>
                <a:latin typeface="Segoe UI"/>
              </a:rPr>
              <a:t>We don't just preserve the file — we preserve the understanding of the file,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9C9CA4"/>
                </a:solidFill>
                <a:latin typeface="Segoe UI"/>
              </a:rPr>
              <a:t>in open standards anyone can use, forever.   The museum outlives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71717A"/>
                </a:solidFill>
                <a:latin typeface="Consolas"/>
              </a:rPr>
              <a:t>github.com/smritigraph/smritigraph   ·   MIT · CC BY 4.0 annotations   ·   Built with ♥ for Hacktoberfest Hack Day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